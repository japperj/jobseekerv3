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0b0a0fdacee4e88" /><Relationship Type="http://schemas.openxmlformats.org/package/2006/relationships/metadata/core-properties" Target="/docProps/core.xml" Id="R9e1d5316b4af4f0b" /><Relationship Type="http://schemas.openxmlformats.org/officeDocument/2006/relationships/extended-properties" Target="/docProps/app.xml" Id="Ra46e1ffcd96d49b1" /><Relationship Type="http://schemas.openxmlformats.org/officeDocument/2006/relationships/custom-properties" Target="/docProps/custom.xml" Id="R39dc19f702b045c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2322c70abbb4eca"/>
  </p:notesMasterIdLst>
  <p:sldIdLst>
    <p:sldId id="256" r:id="Rab93c4f20b1346e2"/>
    <p:sldId id="257" r:id="R2eb7d4ef9fb64ecf"/>
    <p:sldId id="258" r:id="Rec50cb7f3cf94304"/>
    <p:sldId id="259" r:id="R83100075d16b4c63"/>
    <p:sldId id="260" r:id="R5cce9e1c0f2e4323"/>
    <p:sldId id="261" r:id="R8bdaf117cf1349ee"/>
    <p:sldId id="262" r:id="R5f3805d8b71740a3"/>
    <p:sldId id="263" r:id="R418424a4f6a54ad1"/>
    <p:sldId id="264" r:id="R61d5b40ab64c457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b93c4f20b1346e2" /><Relationship Type="http://schemas.openxmlformats.org/officeDocument/2006/relationships/slide" Target="/ppt/slides/slide2.xml" Id="R2eb7d4ef9fb64ecf" /><Relationship Type="http://schemas.openxmlformats.org/officeDocument/2006/relationships/slide" Target="/ppt/slides/slide3.xml" Id="Rec50cb7f3cf94304" /><Relationship Type="http://schemas.openxmlformats.org/officeDocument/2006/relationships/slide" Target="/ppt/slides/slide4.xml" Id="R83100075d16b4c63" /><Relationship Type="http://schemas.openxmlformats.org/officeDocument/2006/relationships/slide" Target="/ppt/slides/slide5.xml" Id="R5cce9e1c0f2e4323" /><Relationship Type="http://schemas.openxmlformats.org/officeDocument/2006/relationships/slide" Target="/ppt/slides/slide6.xml" Id="R8bdaf117cf1349ee" /><Relationship Type="http://schemas.openxmlformats.org/officeDocument/2006/relationships/slide" Target="/ppt/slides/slide7.xml" Id="R5f3805d8b71740a3" /><Relationship Type="http://schemas.openxmlformats.org/officeDocument/2006/relationships/slide" Target="/ppt/slides/slide8.xml" Id="R418424a4f6a54ad1" /><Relationship Type="http://schemas.openxmlformats.org/officeDocument/2006/relationships/slide" Target="/ppt/slides/slide9.xml" Id="R61d5b40ab64c4571" /><Relationship Type="http://schemas.openxmlformats.org/officeDocument/2006/relationships/notesMaster" Target="/ppt/notesMasters/notesMaster1.xml" Id="R32322c70abbb4e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1781c80c4d2417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d758cefc2b54d1a" /><Relationship Type="http://schemas.openxmlformats.org/officeDocument/2006/relationships/slide" Target="/ppt/slides/slide1.xml" Id="R51d2dfb87cb849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28bf76badf4e12" /><Relationship Type="http://schemas.openxmlformats.org/officeDocument/2006/relationships/slide" Target="/ppt/slides/slide2.xml" Id="R1a158bcb3e5c42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e22cc938e024a2d" /><Relationship Type="http://schemas.openxmlformats.org/officeDocument/2006/relationships/slide" Target="/ppt/slides/slide3.xml" Id="R19bb7d6d02c1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d04e6b808264f36" /><Relationship Type="http://schemas.openxmlformats.org/officeDocument/2006/relationships/slide" Target="/ppt/slides/slide4.xml" Id="R27b897a3d60a45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956164e623b4199" /><Relationship Type="http://schemas.openxmlformats.org/officeDocument/2006/relationships/slide" Target="/ppt/slides/slide5.xml" Id="R380860c34f0d49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1e11dd45d6f4d63" /><Relationship Type="http://schemas.openxmlformats.org/officeDocument/2006/relationships/slide" Target="/ppt/slides/slide6.xml" Id="Rc8d1e80b444942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7029628a3954fdf" /><Relationship Type="http://schemas.openxmlformats.org/officeDocument/2006/relationships/slide" Target="/ppt/slides/slide7.xml" Id="R42678ab586ab43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fc636c29c8b4284" /><Relationship Type="http://schemas.openxmlformats.org/officeDocument/2006/relationships/slide" Target="/ppt/slides/slide8.xml" Id="R0e756a5a66be44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b41c6f0e904167" /><Relationship Type="http://schemas.openxmlformats.org/officeDocument/2006/relationships/slide" Target="/ppt/slides/slide9.xml" Id="R8db66d8c1d3a4d2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viewers. Jobseeker v3 turns a job listing into a tailored application while keeping the candidate in control.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People need speed, but also accuracy, evidence, and control. This app makes each step visible.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Start with the source material. URL extraction includes a quality preview and a cancel path before analysis.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Each verdict includes provenance, confidence, and evidence so the candidate can understand the result.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Mixed answers are supported: set each requirement independently instead of using one global yes or no.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Evidence can help the current application immediately, but permanent knowledge updates require explicit approval.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copy uses the GitHub Copilot SDK and a local-first workflow for tailored Danish and English documents.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final safety net checks concrete PDF quality. It does not claim to predict recruiter or ATS outcomes.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with the workflow: paste, review the facts, and generate with confidence.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dbeca9ca648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61afb47294c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0351698f444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b6d6f349e48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278155e4b424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d220d76e1ae4b4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8fb9cdeb5442f" /><Relationship Type="http://schemas.openxmlformats.org/officeDocument/2006/relationships/notesSlide" Target="/ppt/notesSlides/notesSlide1.xml" Id="R3dadce9e722f4a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b14040fa44dd8" /><Relationship Type="http://schemas.openxmlformats.org/officeDocument/2006/relationships/notesSlide" Target="/ppt/notesSlides/notesSlide2.xml" Id="Rd4cdcb794ca947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98112a95d47a9" /><Relationship Type="http://schemas.openxmlformats.org/officeDocument/2006/relationships/notesSlide" Target="/ppt/notesSlides/notesSlide3.xml" Id="Rc4e8747447c7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234a753b34786" /><Relationship Type="http://schemas.openxmlformats.org/officeDocument/2006/relationships/notesSlide" Target="/ppt/notesSlides/notesSlide4.xml" Id="R0bcace2707f047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4640efc994158" /><Relationship Type="http://schemas.openxmlformats.org/officeDocument/2006/relationships/notesSlide" Target="/ppt/notesSlides/notesSlide5.xml" Id="Rb8cd848d9d194e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bae49b94d41f1" /><Relationship Type="http://schemas.openxmlformats.org/officeDocument/2006/relationships/notesSlide" Target="/ppt/notesSlides/notesSlide6.xml" Id="R955b7aecff8341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e039cff7948e9" /><Relationship Type="http://schemas.openxmlformats.org/officeDocument/2006/relationships/notesSlide" Target="/ppt/notesSlides/notesSlide7.xml" Id="R2a1a8bb8aa5645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0750ffeaf4a33" /><Relationship Type="http://schemas.openxmlformats.org/officeDocument/2006/relationships/notesSlide" Target="/ppt/notesSlides/notesSlide8.xml" Id="R87831520085643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3e54710744274" /><Relationship Type="http://schemas.openxmlformats.org/officeDocument/2006/relationships/notesSlide" Target="/ppt/notesSlides/notesSlide9.xml" Id="R7013cd33835749da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01B33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Jobseeker v3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D9E7FF"/>
                </a:solidFill>
              </a:rPr>
              <a:t>From job listing to sendable application</a:t>
            </a:r>
          </a:p>
          <a:p xmlns:a="http://schemas.openxmlformats.org/drawingml/2006/main">
            <a:r>
              <a:rPr lang="en-US" sz="2200">
                <a:solidFill>
                  <a:srgbClr val="D9E7FF"/>
                </a:solidFill>
              </a:rPr>
              <a:t>A trust-first CV &amp; cover letter assistant for Danish + English applications</a:t>
            </a:r>
          </a:p>
        </p:txBody>
      </p:sp>
      <p:sp>
        <p:nvSpPr>
          <p:cNvPr id="100000" name="Accent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1" name="Footer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62746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Job applications are repetitive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• Requirements are easy to miss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• AI can invent confidence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• PDFs can look fine but fail in practice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Jobseeker v3 makes each step visible and reviewable.</a:t>
            </a:r>
          </a:p>
        </p:txBody>
      </p:sp>
      <p:sp>
        <p:nvSpPr>
          <p:cNvPr id="100002" name="AccentBar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3" name="Footer2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01B33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1  Start with the listing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Paste the full job description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or share a job URL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The app extracts the content, checks quality, and shows the exact text before analysis.</a:t>
            </a:r>
          </a:p>
        </p:txBody>
      </p:sp>
      <p:sp>
        <p:nvSpPr>
          <p:cNvPr id="100004" name="AccentBa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5" name="Footer3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62746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2  See the evidence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Every requirement gets a visible verdict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YES  covered by your knowledge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PARTIAL  some evidence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NO  gap or missing proof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Each result includes provenance, confidence, and an evidence quote.</a:t>
            </a:r>
          </a:p>
        </p:txBody>
      </p:sp>
      <p:sp>
        <p:nvSpPr>
          <p:cNvPr id="100006" name="AccentBar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7" name="Footer4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01B33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3  Stay in control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Set requirements independently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Terraform = Yes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Kubernetes = No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Stakeholder = Yes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Use the verdict controls to correct the analysis before continuing.</a:t>
            </a:r>
          </a:p>
        </p:txBody>
      </p:sp>
      <p:sp>
        <p:nvSpPr>
          <p:cNvPr id="100008" name="AccentBar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9" name="Footer5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62746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4  Protect your knowledge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New evidence is proposed — never silently saved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Review each item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Uncheck anything you do not want to keep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Approve only what belongs in your knowledge folder</a:t>
            </a:r>
          </a:p>
        </p:txBody>
      </p:sp>
      <p:sp>
        <p:nvSpPr>
          <p:cNvPr id="100010" name="AccentBar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1" name="Footer6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01B33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5  Generate with GitHub Copilot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The app uses the GitHub Copilot SDK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• Copilot model selection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• Local-first application state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• Tailored CV + cover letter content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• Danish and English output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/>
        </p:txBody>
      </p:sp>
      <p:sp>
        <p:nvSpPr>
          <p:cNvPr id="100012" name="AccentBar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3" name="Footer7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62746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6  Preflight before send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Every PDF is checked deterministically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Text extractable  •  language correct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Sections present  •  no blank pages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No placeholders  •  correct document type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Passed = sendable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Issues = saved as a draft for review</a:t>
            </a:r>
          </a:p>
        </p:txBody>
      </p:sp>
      <p:sp>
        <p:nvSpPr>
          <p:cNvPr id="100014" name="AccentBar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5" name="Footer8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01B33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Jobseeker v3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A faster application workflow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without giving up evidence or control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Paste a listing. Review the facts.</a:t>
            </a:r>
          </a:p>
          <a:p xmlns:a="http://schemas.openxmlformats.org/drawingml/2006/main">
            <a:r>
              <a:rPr lang="en-US" sz="1800">
                <a:solidFill>
                  <a:srgbClr val="D9E7FF"/>
                </a:solidFill>
              </a:rPr>
              <a:t>Generate with confidence.</a:t>
            </a:r>
          </a:p>
        </p:txBody>
      </p:sp>
      <p:sp>
        <p:nvSpPr>
          <p:cNvPr id="100016" name="AccentBar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7" name="Footer9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FA6C9"/>
                </a:solidFill>
              </a:rPr>
              <a:t>JOBSEEKER V3  •  TRUST-FIRST APPLICATIONS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2026-08-06T09:23:44Z</dcterms:created>
  <cp:lastModifiedBy>OfficeCLI</cp:lastModifiedBy>
  <dcterms:modified xsi:type="dcterms:W3CDTF">2026-08-06T09:23:44Z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2026-08-06T09:36:11Z</vt:lpwstr>
  </op:property>
</op:Properties>
</file>