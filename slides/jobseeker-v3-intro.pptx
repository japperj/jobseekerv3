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b0a0fdacee4e88" /><Relationship Type="http://schemas.openxmlformats.org/package/2006/relationships/metadata/core-properties" Target="/docProps/core.xml" Id="R9e1d5316b4af4f0b" /><Relationship Type="http://schemas.openxmlformats.org/officeDocument/2006/relationships/extended-properties" Target="/docProps/app.xml" Id="Ra46e1ffcd96d49b1" /><Relationship Type="http://schemas.openxmlformats.org/officeDocument/2006/relationships/custom-properties" Target="/docProps/custom.xml" Id="R39dc19f702b045c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2322c70abbb4eca"/>
  </p:notesMasterIdLst>
  <p:sldIdLst>
    <p:sldId id="256" r:id="Rab93c4f20b1346e2"/>
    <p:sldId id="257" r:id="R2eb7d4ef9fb64ecf"/>
    <p:sldId id="258" r:id="Rec50cb7f3cf94304"/>
    <p:sldId id="259" r:id="R83100075d16b4c63"/>
    <p:sldId id="260" r:id="R5cce9e1c0f2e4323"/>
    <p:sldId id="261" r:id="R8bdaf117cf1349ee"/>
    <p:sldId id="262" r:id="R5f3805d8b71740a3"/>
    <p:sldId id="263" r:id="R418424a4f6a54ad1"/>
    <p:sldId id="264" r:id="R61d5b40ab64c4571"/>
    <p:sldId id="265" r:id="Rf1589430b60c442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b93c4f20b1346e2" /><Relationship Type="http://schemas.openxmlformats.org/officeDocument/2006/relationships/slide" Target="/ppt/slides/slide2.xml" Id="R2eb7d4ef9fb64ecf" /><Relationship Type="http://schemas.openxmlformats.org/officeDocument/2006/relationships/slide" Target="/ppt/slides/slide3.xml" Id="Rec50cb7f3cf94304" /><Relationship Type="http://schemas.openxmlformats.org/officeDocument/2006/relationships/slide" Target="/ppt/slides/slide4.xml" Id="R83100075d16b4c63" /><Relationship Type="http://schemas.openxmlformats.org/officeDocument/2006/relationships/slide" Target="/ppt/slides/slide5.xml" Id="R5cce9e1c0f2e4323" /><Relationship Type="http://schemas.openxmlformats.org/officeDocument/2006/relationships/slide" Target="/ppt/slides/slide6.xml" Id="R8bdaf117cf1349ee" /><Relationship Type="http://schemas.openxmlformats.org/officeDocument/2006/relationships/slide" Target="/ppt/slides/slide7.xml" Id="R5f3805d8b71740a3" /><Relationship Type="http://schemas.openxmlformats.org/officeDocument/2006/relationships/slide" Target="/ppt/slides/slide8.xml" Id="R418424a4f6a54ad1" /><Relationship Type="http://schemas.openxmlformats.org/officeDocument/2006/relationships/slide" Target="/ppt/slides/slide9.xml" Id="R61d5b40ab64c4571" /><Relationship Type="http://schemas.openxmlformats.org/officeDocument/2006/relationships/notesMaster" Target="/ppt/notesMasters/notesMaster1.xml" Id="R32322c70abbb4eca" /><Relationship Type="http://schemas.openxmlformats.org/officeDocument/2006/relationships/slide" Target="/ppt/slides/slide10.xml" Id="Rf1589430b60c44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1781c80c4d2417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758cefc2b54d1a" /><Relationship Type="http://schemas.openxmlformats.org/officeDocument/2006/relationships/slide" Target="/ppt/slides/slide1.xml" Id="R51d2dfb87cb849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028bf76badf4e12" /><Relationship Type="http://schemas.openxmlformats.org/officeDocument/2006/relationships/slide" Target="/ppt/slides/slide2.xml" Id="R1a158bcb3e5c42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e22cc938e024a2d" /><Relationship Type="http://schemas.openxmlformats.org/officeDocument/2006/relationships/slide" Target="/ppt/slides/slide3.xml" Id="R19bb7d6d02c142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04e6b808264f36" /><Relationship Type="http://schemas.openxmlformats.org/officeDocument/2006/relationships/slide" Target="/ppt/slides/slide4.xml" Id="R27b897a3d60a45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956164e623b4199" /><Relationship Type="http://schemas.openxmlformats.org/officeDocument/2006/relationships/slide" Target="/ppt/slides/slide5.xml" Id="R380860c34f0d49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e11dd45d6f4d63" /><Relationship Type="http://schemas.openxmlformats.org/officeDocument/2006/relationships/slide" Target="/ppt/slides/slide6.xml" Id="Rc8d1e80b444942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7029628a3954fdf" /><Relationship Type="http://schemas.openxmlformats.org/officeDocument/2006/relationships/slide" Target="/ppt/slides/slide7.xml" Id="R42678ab586ab43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fc636c29c8b4284" /><Relationship Type="http://schemas.openxmlformats.org/officeDocument/2006/relationships/slide" Target="/ppt/slides/slide8.xml" Id="R0e756a5a66be44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b41c6f0e904167" /><Relationship Type="http://schemas.openxmlformats.org/officeDocument/2006/relationships/slide" Target="/ppt/slides/slide9.xml" Id="R8db66d8c1d3a4d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100942628e44c8" /><Relationship Type="http://schemas.openxmlformats.org/officeDocument/2006/relationships/notesMaster" Target="/ppt/notesMasters/notesMaster1.xml" Id="R4fe043b3a3674116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Welcome viewers. Jobseeker v3 turns a job listing into a tailored application while keeping the candidate in control.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People need speed, but also accuracy, evidence, and control. This app makes each step visible.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Start with the source material. URL extraction includes a quality preview and a cancel path before analysis.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Each verdict includes provenance, confidence, and evidence so the candidate can understand the result.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Mixed answers are supported: set each requirement independently instead of using one global yes or 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Evidence can help the current application immediately, but permanent knowledge updates require explicit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rPr lang="en-US"/>
              <a:t>Editable prompts and the thinking trace make the workflow transparent and adaptable.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rPr lang="en-US"/>
              <a:t>The app uses the GitHub Copilot SDK for tailored bilingual application documents.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rPr lang="en-US"/>
              <a:t>Preflight catches issues before an application is marked sendable.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rPr lang="en-US"/>
              <a:t>Close with the promise: a faster application workflow without giving up evidence or control.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3dbeca9ca6485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e61afb47294c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0351698f444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b6d6f349e48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278155e4b424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d220d76e1ae4b4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8fb9cdeb5442f" /><Relationship Type="http://schemas.openxmlformats.org/officeDocument/2006/relationships/notesSlide" Target="/ppt/notesSlides/notesSlide1.xml" Id="R3dadce9e722f4a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b14040fa44dd8" /><Relationship Type="http://schemas.openxmlformats.org/officeDocument/2006/relationships/notesSlide" Target="/ppt/notesSlides/notesSlide2.xml" Id="Rd4cdcb794ca947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98112a95d47a9" /><Relationship Type="http://schemas.openxmlformats.org/officeDocument/2006/relationships/notesSlide" Target="/ppt/notesSlides/notesSlide3.xml" Id="Rc4e8747447c745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234a753b34786" /><Relationship Type="http://schemas.openxmlformats.org/officeDocument/2006/relationships/notesSlide" Target="/ppt/notesSlides/notesSlide4.xml" Id="R0bcace2707f047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4640efc994158" /><Relationship Type="http://schemas.openxmlformats.org/officeDocument/2006/relationships/notesSlide" Target="/ppt/notesSlides/notesSlide5.xml" Id="Rb8cd848d9d194e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bae49b94d41f1" /><Relationship Type="http://schemas.openxmlformats.org/officeDocument/2006/relationships/notesSlide" Target="/ppt/notesSlides/notesSlide6.xml" Id="R955b7aecff8341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e039cff7948e9" /><Relationship Type="http://schemas.openxmlformats.org/officeDocument/2006/relationships/notesSlide" Target="/ppt/notesSlides/notesSlide7.xml" Id="R2a1a8bb8aa5645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0750ffeaf4a33" /><Relationship Type="http://schemas.openxmlformats.org/officeDocument/2006/relationships/notesSlide" Target="/ppt/notesSlides/notesSlide8.xml" Id="R87831520085643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3e54710744274" /><Relationship Type="http://schemas.openxmlformats.org/officeDocument/2006/relationships/notesSlide" Target="/ppt/notesSlides/notesSlide9.xml" Id="R7013cd33835749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425511b064862" /><Relationship Type="http://schemas.openxmlformats.org/officeDocument/2006/relationships/notesSlide" Target="/ppt/notesSlides/notesSlide10.xml" Id="R274ddbded68d4434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52A4A"/>
            </a:gs>
            <a:gs pos="50000">
              <a:srgbClr val="342B75"/>
            </a:gs>
            <a:gs pos="100000">
              <a:srgbClr val="135E8A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Jobseeker v3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D9E7FF"/>
                </a:solidFill>
              </a:rPr>
              <a:t>From job listing to sendable application</a:t>
            </a:r>
          </a:p>
          <a:p xmlns:a="http://schemas.openxmlformats.org/drawingml/2006/main">
            <a:r>
              <a:rPr lang="en-US" sz="2200">
                <a:solidFill>
                  <a:srgbClr val="D9E7FF"/>
                </a:solidFill>
              </a:rPr>
              <a:t>A trust-first CV &amp; cover letter assistant for Danish + English applications</a:t>
            </a:r>
          </a:p>
        </p:txBody>
      </p:sp>
      <p:sp>
        <p:nvSpPr>
          <p:cNvPr id="100000" name="Accent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1" name="Footer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8233D"/>
            </a:gs>
            <a:gs pos="100000">
              <a:srgbClr val="3B275F"/>
            </a:gs>
          </a:gsLst>
          <a:lin ang="12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Job applications are repetitive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• Requirements are easy to miss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• AI can invent confidence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• PDFs can look fine but fail in practice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Jobseeker v3 makes each step visible and reviewable.</a:t>
            </a:r>
          </a:p>
        </p:txBody>
      </p:sp>
      <p:sp>
        <p:nvSpPr>
          <p:cNvPr id="100002" name="AccentBar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3" name="Footer2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02C3A"/>
            </a:gs>
            <a:gs pos="100000">
              <a:srgbClr val="174E58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1  Start with the listing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Paste the full job description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or share a job URL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The app extracts the content, checks quality, and shows the exact text before analysis.</a:t>
            </a:r>
          </a:p>
        </p:txBody>
      </p:sp>
      <p:sp>
        <p:nvSpPr>
          <p:cNvPr id="100004" name="AccentBar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5" name="Footer3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52A4A"/>
            </a:gs>
            <a:gs pos="100000">
              <a:srgbClr val="243B75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2  See the evidence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Every requirement gets a visible verdict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YES  covered by your knowledge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PARTIAL  some evidence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NO  gap or missing proof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Each result includes provenance, confidence, and an evidence quote.</a:t>
            </a:r>
          </a:p>
        </p:txBody>
      </p:sp>
      <p:sp>
        <p:nvSpPr>
          <p:cNvPr id="100006" name="AccentBar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7" name="Footer4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241D4A"/>
            </a:gs>
            <a:gs pos="100000">
              <a:srgbClr val="4B255F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3  Stay in control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Set requirements independently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Terraform = Yes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Kubernetes = No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Stakeholder = Yes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Use the verdict controls to correct the analysis before continuing.</a:t>
            </a:r>
          </a:p>
        </p:txBody>
      </p:sp>
      <p:sp>
        <p:nvSpPr>
          <p:cNvPr id="100008" name="AccentBar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9" name="Footer5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23B42"/>
            </a:gs>
            <a:gs pos="100000">
              <a:srgbClr val="1D5C55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4  Protect your knowledge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New evidence is proposed — never silently saved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Review each item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Uncheck anything you do not want to keep</a:t>
            </a:r>
          </a:p>
          <a:p xmlns:a="http://schemas.openxmlformats.org/drawingml/2006/main">
            <a:r>
              <a:rPr lang="en-US" sz="1800">
                <a:solidFill>
                  <a:srgbClr val="D9E7FF"/>
                </a:solidFill>
              </a:rPr>
              <a:t>Approve only what belongs in your knowledge folder</a:t>
            </a:r>
          </a:p>
        </p:txBody>
      </p:sp>
      <p:sp>
        <p:nvSpPr>
          <p:cNvPr id="100010" name="AccentBar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1" name="Footer6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8233D"/>
            </a:gs>
            <a:gs pos="100000">
              <a:srgbClr val="3B275F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5  Make the workflow yours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D9E7FF"/>
                </a:solidFill>
              </a:rPr>
              <a:t>Edit six user-facing prompts from the Knowledge sidebar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• Tune listing analysis and requirement matching</a:t>
            </a:r>
          </a:p>
          <a:p>
            <a:r>
              <a:rPr lang="en-US" sz="1800">
                <a:solidFill>
                  <a:srgbClr val="D9E7FF"/>
                </a:solidFill>
              </a:rPr>
              <a:t>• Shape interview questions and answer interpretation</a:t>
            </a:r>
          </a:p>
          <a:p>
            <a:r>
              <a:rPr lang="en-US" sz="1800">
                <a:solidFill>
                  <a:srgbClr val="D9E7FF"/>
                </a:solidFill>
              </a:rPr>
              <a:t>• Refine document generation and idle-chat guidance</a:t>
            </a:r>
          </a:p>
          <a:p>
            <a:r>
              <a:rPr lang="en-US" sz="1800">
                <a:solidFill>
                  <a:srgbClr val="D9E7FF"/>
                </a:solidFill>
              </a:rPr>
              <a:t>• Inspect prompts and responses in the LLM thinking trace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Your workflow. Your evidence. Your control.</a:t>
            </a:r>
          </a:p>
        </p:txBody>
      </p:sp>
      <p:sp>
        <p:nvSpPr>
          <p:cNvPr id="100012" name="AccentBar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3" name="Footer7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02C3A"/>
            </a:gs>
            <a:gs pos="100000">
              <a:srgbClr val="174E58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6  Generate in two languages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D9E7FF"/>
                </a:solidFill>
              </a:rPr>
              <a:t>Generate four tailored documents from one reviewed job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• CV — English</a:t>
            </a:r>
          </a:p>
          <a:p>
            <a:r>
              <a:rPr lang="en-US" sz="1800">
                <a:solidFill>
                  <a:srgbClr val="D9E7FF"/>
                </a:solidFill>
              </a:rPr>
              <a:t>• CV — Dansk</a:t>
            </a:r>
          </a:p>
          <a:p>
            <a:r>
              <a:rPr lang="en-US" sz="1800">
                <a:solidFill>
                  <a:srgbClr val="D9E7FF"/>
                </a:solidFill>
              </a:rPr>
              <a:t>• Cover Letter — English</a:t>
            </a:r>
          </a:p>
          <a:p>
            <a:r>
              <a:rPr lang="en-US" sz="1800">
                <a:solidFill>
                  <a:srgbClr val="D9E7FF"/>
                </a:solidFill>
              </a:rPr>
              <a:t>• Ansøgning — Dansk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Powered by the GitHub Copilot SDK, grounded in your approved knowledge, and kept local on your machine.</a:t>
            </a:r>
          </a:p>
        </p:txBody>
      </p:sp>
      <p:sp>
        <p:nvSpPr>
          <p:cNvPr id="100014" name="AccentBar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5" name="Footer8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52A4A"/>
            </a:gs>
            <a:gs pos="50000">
              <a:srgbClr val="342B75"/>
            </a:gs>
            <a:gs pos="100000">
              <a:srgbClr val="135E8A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7  Preflight before send</a:t>
            </a:r>
          </a:p>
        </p:txBody>
      </p:sp>
      <p:sp>
        <p:nvSpPr>
          <p:cNvPr id="3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D9E7FF"/>
                </a:solidFill>
              </a:rPr>
              <a:t>Every PDF is checked deterministically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Text extractable  •  language correct</a:t>
            </a:r>
          </a:p>
          <a:p>
            <a:r>
              <a:rPr lang="en-US" sz="1800">
                <a:solidFill>
                  <a:srgbClr val="D9E7FF"/>
                </a:solidFill>
              </a:rPr>
              <a:t>Sections present  •  no blank pages</a:t>
            </a:r>
          </a:p>
          <a:p>
            <a:r>
              <a:rPr lang="en-US" sz="1800">
                <a:solidFill>
                  <a:srgbClr val="D9E7FF"/>
                </a:solidFill>
              </a:rPr>
              <a:t>No placeholders  •  correct document type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Passed = Sendable</a:t>
            </a:r>
          </a:p>
          <a:p>
            <a:r>
              <a:rPr lang="en-US" sz="1800">
                <a:solidFill>
                  <a:srgbClr val="D9E7FF"/>
                </a:solidFill>
              </a:rPr>
              <a:t>Issues = Draft for review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A better application is not just generated. It is ready.</a:t>
            </a:r>
          </a:p>
        </p:txBody>
      </p:sp>
      <p:sp>
        <p:nvSpPr>
          <p:cNvPr id="100016" name="AccentBar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7" name="Footer9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gradFill>
          <a:gsLst>
            <a:gs pos="0">
              <a:srgbClr val="152A4A"/>
            </a:gs>
            <a:gs pos="50000">
              <a:srgbClr val="342B75"/>
            </a:gs>
            <a:gs pos="100000">
              <a:srgbClr val="135E8A"/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/>
      <p:sp>
        <p:nvSpPr>
          <p:cNvPr id="100018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FFFFFF"/>
                </a:solidFill>
              </a:rPr>
              <a:t>Jobseeker v3</a:t>
            </a:r>
          </a:p>
        </p:txBody>
      </p:sp>
      <p:sp>
        <p:nvSpPr>
          <p:cNvPr id="100019" name="Content"/>
          <p:cNvSpPr txBox="1"/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49750"/>
          </a:xfrm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800">
                <a:solidFill>
                  <a:srgbClr val="D9E7FF"/>
                </a:solidFill>
              </a:rPr>
              <a:t>From listing to confidence</a:t>
            </a:r>
          </a:p>
          <a:p>
            <a:r>
              <a:rPr lang="en-US" sz="1800">
                <a:solidFill>
                  <a:srgbClr val="D9E7FF"/>
                </a:solidFill>
              </a:rPr>
              <a:t/>
            </a:r>
          </a:p>
          <a:p>
            <a:r>
              <a:rPr lang="en-US" sz="1800">
                <a:solidFill>
                  <a:srgbClr val="D9E7FF"/>
                </a:solidFill>
              </a:rPr>
              <a:t>Paste a listing. Review the facts.</a:t>
            </a:r>
          </a:p>
          <a:p>
            <a:r>
              <a:rPr lang="en-US" sz="1800">
                <a:solidFill>
                  <a:srgbClr val="D9E7FF"/>
                </a:solidFill>
              </a:rPr>
              <a:t>Make the evidence yours.</a:t>
            </a:r>
          </a:p>
          <a:p>
            <a:r>
              <a:rPr lang="en-US" sz="1800">
                <a:solidFill>
                  <a:srgbClr val="D9E7FF"/>
                </a:solidFill>
              </a:rPr>
              <a:t>Generate an application you are proud to send.</a:t>
            </a:r>
          </a:p>
        </p:txBody>
      </p:sp>
      <p:sp>
        <p:nvSpPr>
          <p:cNvPr id="100020" name="AccentBar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2D3C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21" name="Footer9"/>
          <p:cNvSpPr txBox="1"/>
          <p:nvPr/>
        </p:nvSpPr>
        <p:spPr>
          <a:xfrm>
            <a:off x="640080" y="6327648"/>
            <a:ext cx="10972800" cy="32004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r>
              <a:rPr lang="en-US" sz="900">
                <a:solidFill>
                  <a:srgbClr val="8FA6C9"/>
                </a:solidFill>
              </a:rPr>
              <a:t>JOBSEEKER V3  •  TRUST-FIRST APPLICATIONS</a:t>
            </a:r>
          </a:p>
        </p:txBody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2026-08-06T09:23:44Z</dcterms:created>
  <cp:lastModifiedBy>OfficeCLI</cp:lastModifiedBy>
  <dcterms:modified xsi:type="dcterms:W3CDTF">2026-08-06T09:23:44Z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2026-08-06T10:39:42Z</vt:lpwstr>
  </op:property>
</op:Properties>
</file>